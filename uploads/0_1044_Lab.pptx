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9" r:id="rId2"/>
    <p:sldId id="300" r:id="rId3"/>
    <p:sldId id="301" r:id="rId4"/>
    <p:sldId id="302" r:id="rId5"/>
    <p:sldId id="303" r:id="rId6"/>
    <p:sldId id="305" r:id="rId7"/>
    <p:sldId id="306" r:id="rId8"/>
    <p:sldId id="30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9C85C3-9617-045D-5A6A-1E4D2E75A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22" y="1254013"/>
            <a:ext cx="8877756" cy="434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20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796B30-A384-5738-7FD9-ABCA94E89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31" y="466573"/>
            <a:ext cx="8496737" cy="5924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493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285947-6008-C384-F190-6B5A7FC67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378" y="2168460"/>
            <a:ext cx="6693244" cy="2521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902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57DE32-9170-965A-13DD-1A49CCE37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400" y="2216087"/>
            <a:ext cx="6801200" cy="242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006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14888B-69C9-0C91-3EEB-73F5A2B7D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327" y="2044629"/>
            <a:ext cx="6731346" cy="2768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173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6B1902-86E5-06BF-4876-677A0607E9F4}"/>
              </a:ext>
            </a:extLst>
          </p:cNvPr>
          <p:cNvSpPr txBox="1"/>
          <p:nvPr/>
        </p:nvSpPr>
        <p:spPr>
          <a:xfrm>
            <a:off x="1001486" y="718457"/>
            <a:ext cx="4304640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(condition) {</a:t>
            </a:r>
          </a:p>
          <a:p>
            <a:r>
              <a:rPr lang="en-US" dirty="0"/>
              <a:t>    // runs if condition is true</a:t>
            </a:r>
          </a:p>
          <a:p>
            <a:r>
              <a:rPr lang="en-US" dirty="0"/>
              <a:t>} else {</a:t>
            </a:r>
          </a:p>
          <a:p>
            <a:r>
              <a:rPr lang="en-US" dirty="0"/>
              <a:t>    // runs if condition is false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Condition must be Boolean </a:t>
            </a:r>
          </a:p>
          <a:p>
            <a:endParaRPr lang="en-US" dirty="0"/>
          </a:p>
          <a:p>
            <a:r>
              <a:rPr lang="en-US" dirty="0"/>
              <a:t>int age = 20;</a:t>
            </a:r>
          </a:p>
          <a:p>
            <a:endParaRPr lang="en-US" dirty="0"/>
          </a:p>
          <a:p>
            <a:r>
              <a:rPr lang="en-US" dirty="0"/>
              <a:t>if (age &gt;= 18) {</a:t>
            </a:r>
          </a:p>
          <a:p>
            <a:r>
              <a:rPr lang="en-US" dirty="0"/>
              <a:t>    </a:t>
            </a:r>
            <a:r>
              <a:rPr lang="en-US" dirty="0" err="1"/>
              <a:t>System.out.println</a:t>
            </a:r>
            <a:r>
              <a:rPr lang="en-US" dirty="0"/>
              <a:t>("Eligible to vote");</a:t>
            </a:r>
          </a:p>
          <a:p>
            <a:r>
              <a:rPr lang="en-US" dirty="0"/>
              <a:t>} </a:t>
            </a:r>
          </a:p>
          <a:p>
            <a:r>
              <a:rPr lang="en-US" dirty="0"/>
              <a:t>else {</a:t>
            </a:r>
          </a:p>
          <a:p>
            <a:r>
              <a:rPr lang="en-US" dirty="0"/>
              <a:t>    </a:t>
            </a:r>
            <a:r>
              <a:rPr lang="en-US" dirty="0" err="1"/>
              <a:t>System.out.println</a:t>
            </a:r>
            <a:r>
              <a:rPr lang="en-US" dirty="0"/>
              <a:t>("Not eligible to vote");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471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798FB5-988F-501A-FDEA-C87123940BA0}"/>
              </a:ext>
            </a:extLst>
          </p:cNvPr>
          <p:cNvSpPr txBox="1"/>
          <p:nvPr/>
        </p:nvSpPr>
        <p:spPr>
          <a:xfrm>
            <a:off x="1175657" y="936171"/>
            <a:ext cx="4816511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args.length</a:t>
            </a:r>
            <a:endParaRPr lang="en-US" dirty="0"/>
          </a:p>
          <a:p>
            <a:endParaRPr lang="en-US" dirty="0"/>
          </a:p>
          <a:p>
            <a:r>
              <a:rPr lang="en-US" dirty="0"/>
              <a:t>.length gives the number of elements in the array</a:t>
            </a:r>
          </a:p>
          <a:p>
            <a:r>
              <a:rPr lang="en-US" dirty="0"/>
              <a:t>Type: int</a:t>
            </a:r>
          </a:p>
          <a:p>
            <a:r>
              <a:rPr lang="en-US" dirty="0"/>
              <a:t>Arrays in Java know their own size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args</a:t>
            </a:r>
            <a:r>
              <a:rPr lang="en-US" dirty="0"/>
              <a:t>[0] = "Rahul"</a:t>
            </a:r>
          </a:p>
          <a:p>
            <a:r>
              <a:rPr lang="en-US" dirty="0" err="1"/>
              <a:t>args</a:t>
            </a:r>
            <a:r>
              <a:rPr lang="en-US" dirty="0"/>
              <a:t>[1] = "Sharma"</a:t>
            </a:r>
          </a:p>
          <a:p>
            <a:r>
              <a:rPr lang="en-US" dirty="0" err="1"/>
              <a:t>args.length</a:t>
            </a:r>
            <a:r>
              <a:rPr lang="en-US" dirty="0"/>
              <a:t> = 2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303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A454B2-3F98-3CD5-8A0D-30EC509296EE}"/>
              </a:ext>
            </a:extLst>
          </p:cNvPr>
          <p:cNvSpPr txBox="1"/>
          <p:nvPr/>
        </p:nvSpPr>
        <p:spPr>
          <a:xfrm>
            <a:off x="1088571" y="1110343"/>
            <a:ext cx="5161798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public class </a:t>
            </a:r>
            <a:r>
              <a:rPr lang="en-US" dirty="0" err="1"/>
              <a:t>HelloName</a:t>
            </a:r>
            <a:r>
              <a:rPr lang="en-US" dirty="0"/>
              <a:t> {</a:t>
            </a:r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endParaRPr lang="en-US" dirty="0"/>
          </a:p>
          <a:p>
            <a:r>
              <a:rPr lang="en-US" dirty="0"/>
              <a:t>        if (</a:t>
            </a:r>
            <a:r>
              <a:rPr lang="en-US" dirty="0" err="1"/>
              <a:t>args.length</a:t>
            </a:r>
            <a:r>
              <a:rPr lang="en-US" dirty="0"/>
              <a:t> == 0) {</a:t>
            </a:r>
          </a:p>
          <a:p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("Please enter your name");</a:t>
            </a:r>
          </a:p>
          <a:p>
            <a:r>
              <a:rPr lang="en-US" dirty="0"/>
              <a:t>        } else {</a:t>
            </a:r>
          </a:p>
          <a:p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("Hello " + </a:t>
            </a:r>
            <a:r>
              <a:rPr lang="en-US" dirty="0" err="1"/>
              <a:t>args</a:t>
            </a:r>
            <a:r>
              <a:rPr lang="en-US" dirty="0"/>
              <a:t>[0]);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485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4250</TotalTime>
  <Words>170</Words>
  <Application>Microsoft Office PowerPoint</Application>
  <PresentationFormat>On-screen Show (4:3)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Deepika Sachdev</dc:creator>
  <cp:keywords/>
  <dc:description>generated using python-pptx</dc:description>
  <cp:lastModifiedBy>Deepika Sachdev</cp:lastModifiedBy>
  <cp:revision>26</cp:revision>
  <dcterms:created xsi:type="dcterms:W3CDTF">2013-01-27T09:14:16Z</dcterms:created>
  <dcterms:modified xsi:type="dcterms:W3CDTF">2026-01-22T17:43:04Z</dcterms:modified>
  <cp:category/>
</cp:coreProperties>
</file>